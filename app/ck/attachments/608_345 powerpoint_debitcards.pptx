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20"/>
    <p:restoredTop sz="94660"/>
  </p:normalViewPr>
  <p:slideViewPr>
    <p:cSldViewPr>
      <p:cViewPr>
        <p:scale>
          <a:sx n="100" d="100"/>
          <a:sy n="100" d="100"/>
        </p:scale>
        <p:origin x="-1716" y="-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7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84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086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84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1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71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341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48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111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658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236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F4AE8E-FB76-4E9F-B535-CCF7186719B7}" type="datetimeFigureOut">
              <a:rPr lang="en-US" smtClean="0"/>
              <a:t>8/1/2013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F2E42-8D1A-49C4-854A-21C9F7C10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924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387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01010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1055013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8102431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1535670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1463395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275709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414438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</p:spTree>
    <p:extLst>
      <p:ext uri="{BB962C8B-B14F-4D97-AF65-F5344CB8AC3E}">
        <p14:creationId xmlns:p14="http://schemas.microsoft.com/office/powerpoint/2010/main" val="8860397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251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oscar</dc:creator>
  <cp:lastModifiedBy>Daphne</cp:lastModifiedBy>
  <cp:revision>4</cp:revision>
  <dcterms:created xsi:type="dcterms:W3CDTF">2013-08-01T15:52:59Z</dcterms:created>
  <dcterms:modified xsi:type="dcterms:W3CDTF">2013-08-01T20:43:17Z</dcterms:modified>
</cp:coreProperties>
</file>