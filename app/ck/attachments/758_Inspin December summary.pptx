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4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6678C-D897-40EE-8D8E-459BC4D086BD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FE9EE-F0BD-4276-8C38-73128F8A29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F388327-AB48-43B0-AACD-0AFD67717E41}" type="datetimeFigureOut">
              <a:rPr lang="en-US" smtClean="0"/>
              <a:pPr/>
              <a:t>1/3/2012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scott@vrbmarketing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743200"/>
            <a:ext cx="5867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905000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/>
              <a:buChar char="•"/>
            </a:pPr>
            <a:r>
              <a:rPr lang="en-US" dirty="0" smtClean="0"/>
              <a:t>December </a:t>
            </a:r>
            <a:r>
              <a:rPr lang="en-US" dirty="0" smtClean="0"/>
              <a:t>Email </a:t>
            </a:r>
            <a:r>
              <a:rPr lang="en-US" dirty="0" smtClean="0"/>
              <a:t>review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smtClean="0"/>
              <a:t>N</a:t>
            </a:r>
            <a:r>
              <a:rPr lang="en-US" dirty="0" smtClean="0"/>
              <a:t>ewsletter </a:t>
            </a:r>
            <a:r>
              <a:rPr lang="en-US" dirty="0" smtClean="0"/>
              <a:t>stats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914400"/>
            <a:ext cx="102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Content: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111" dirty="0" smtClean="0"/>
              <a:t>Top Domains - Inspin Newsletters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5549905"/>
            <a:ext cx="6507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000" dirty="0" smtClean="0"/>
              <a:t> Yahoo, Hotmail &amp; Gmail are the principal domains.</a:t>
            </a:r>
          </a:p>
          <a:p>
            <a:pPr>
              <a:buFont typeface="Arial"/>
              <a:buChar char="•"/>
            </a:pPr>
            <a:endParaRPr lang="en-US" sz="20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1" y="1981200"/>
            <a:ext cx="5181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111" dirty="0" smtClean="0"/>
              <a:t>Message metrics - Inspin Newsletters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1" y="1981200"/>
            <a:ext cx="5181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600200"/>
            <a:ext cx="8001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Clicks </a:t>
            </a:r>
            <a:r>
              <a:rPr lang="en-US" sz="3111" dirty="0" smtClean="0"/>
              <a:t>- Inspin Newsletters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4572000"/>
            <a:ext cx="57150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dirty="0" smtClean="0"/>
              <a:t>Buttons and videos are the most clicked areas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Share to Social and “Like us on Facebook” are under performing. As a team we need to review our </a:t>
            </a:r>
            <a:r>
              <a:rPr lang="en-US" dirty="0" smtClean="0"/>
              <a:t>social </a:t>
            </a:r>
            <a:r>
              <a:rPr lang="en-US" dirty="0" smtClean="0"/>
              <a:t>media </a:t>
            </a:r>
            <a:r>
              <a:rPr lang="en-US" dirty="0" smtClean="0"/>
              <a:t>strategy and once </a:t>
            </a:r>
            <a:r>
              <a:rPr lang="en-US" b="1" dirty="0" smtClean="0"/>
              <a:t>Share.Earn.Cash </a:t>
            </a:r>
            <a:r>
              <a:rPr lang="en-US" dirty="0" smtClean="0"/>
              <a:t>model has been finalized we can then start promoting it heavy on the emails.</a:t>
            </a:r>
            <a:endParaRPr lang="en-US" dirty="0" smtClean="0"/>
          </a:p>
          <a:p>
            <a:endParaRPr lang="en-US" sz="2000" dirty="0" smtClean="0"/>
          </a:p>
          <a:p>
            <a:r>
              <a:rPr lang="en-US" sz="2000" dirty="0" smtClean="0"/>
              <a:t>    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2286001"/>
            <a:ext cx="3200400" cy="205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3200400"/>
            <a:ext cx="20383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December newsletter stats </a:t>
            </a:r>
            <a:r>
              <a:rPr lang="en-US" sz="3111" dirty="0" smtClean="0"/>
              <a:t>- Inspin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676400"/>
            <a:ext cx="86868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57201" y="5715000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Deliverability and open rates </a:t>
            </a:r>
            <a:r>
              <a:rPr lang="en-US" dirty="0" smtClean="0"/>
              <a:t>are </a:t>
            </a:r>
            <a:r>
              <a:rPr lang="en-US" dirty="0" smtClean="0"/>
              <a:t>now heading north.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This generally means recipients are expecting our emails, they are enjoying the content &amp; lists are getting cleaner. 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List growth </a:t>
            </a:r>
            <a:r>
              <a:rPr lang="en-US" sz="3111" dirty="0" smtClean="0"/>
              <a:t>- Inspin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5549905"/>
            <a:ext cx="650774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dirty="0" smtClean="0"/>
              <a:t> Seeing steady growth on a daily basis. These recipients are added to the DB when registering on Inspin and been directly added to </a:t>
            </a:r>
            <a:r>
              <a:rPr lang="en-US" sz="1600" dirty="0" err="1" smtClean="0"/>
              <a:t>Bronto</a:t>
            </a:r>
            <a:r>
              <a:rPr lang="en-US" sz="1600" dirty="0" smtClean="0"/>
              <a:t>.</a:t>
            </a:r>
          </a:p>
          <a:p>
            <a:pPr>
              <a:buFont typeface="Arial"/>
              <a:buChar char="•"/>
            </a:pPr>
            <a:endParaRPr lang="en-US" sz="2000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2271713"/>
            <a:ext cx="6248400" cy="290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Welcome mailer </a:t>
            </a:r>
            <a:r>
              <a:rPr lang="en-US" sz="3111" dirty="0" smtClean="0"/>
              <a:t>- Inspin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828800"/>
            <a:ext cx="28194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4876800" y="1859340"/>
            <a:ext cx="342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Trigger - successful registration – December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Sent – 95</a:t>
            </a:r>
          </a:p>
          <a:p>
            <a:r>
              <a:rPr lang="en-US" dirty="0" smtClean="0"/>
              <a:t>Delivered – 83</a:t>
            </a:r>
          </a:p>
          <a:p>
            <a:r>
              <a:rPr lang="en-US" dirty="0" smtClean="0"/>
              <a:t>Unique Opens – </a:t>
            </a:r>
            <a:r>
              <a:rPr lang="en-US" dirty="0" smtClean="0">
                <a:solidFill>
                  <a:srgbClr val="00B050"/>
                </a:solidFill>
              </a:rPr>
              <a:t>67.5%</a:t>
            </a:r>
          </a:p>
          <a:p>
            <a:r>
              <a:rPr lang="en-US" dirty="0" smtClean="0"/>
              <a:t>CTR – 25%</a:t>
            </a:r>
          </a:p>
          <a:p>
            <a:r>
              <a:rPr lang="en-US" dirty="0" smtClean="0"/>
              <a:t>Unsubscribe Rate – 2.1% </a:t>
            </a:r>
          </a:p>
          <a:p>
            <a:r>
              <a:rPr lang="en-US" dirty="0" smtClean="0"/>
              <a:t>Soft bounce - 11</a:t>
            </a:r>
          </a:p>
          <a:p>
            <a:r>
              <a:rPr lang="en-US" dirty="0" smtClean="0"/>
              <a:t>Hard bounce - 1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6172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90600" y="6019800"/>
            <a:ext cx="5302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Very high open rate – way above industry standards.</a:t>
            </a:r>
          </a:p>
          <a:p>
            <a:endParaRPr lang="en-US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774825"/>
            <a:ext cx="8229600" cy="4625975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GB" dirty="0" smtClean="0">
                <a:latin typeface="Arial" pitchFamily="34" charset="0"/>
                <a:ea typeface="MS Mincho" pitchFamily="49" charset="-128"/>
                <a:cs typeface="Arial" pitchFamily="34" charset="0"/>
              </a:rPr>
              <a:t>Thank You</a:t>
            </a:r>
            <a:endParaRPr lang="en-US" dirty="0" smtClean="0">
              <a:latin typeface="Arial" pitchFamily="34" charset="0"/>
              <a:ea typeface="MS Mincho" pitchFamily="49" charset="-128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ea typeface="MS Mincho" pitchFamily="49" charset="-128"/>
                <a:cs typeface="Arial" pitchFamily="34" charset="0"/>
              </a:rPr>
              <a:t>Scott Thompson</a:t>
            </a:r>
          </a:p>
          <a:p>
            <a:pPr>
              <a:buNone/>
            </a:pPr>
            <a:endParaRPr lang="en-US" sz="4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ea typeface="Verdana" pitchFamily="34" charset="0"/>
                <a:cs typeface="Arial" pitchFamily="34" charset="0"/>
                <a:hlinkClick r:id="rId3"/>
              </a:rPr>
              <a:t>s</a:t>
            </a:r>
            <a:r>
              <a:rPr lang="en-US" sz="2000" dirty="0" smtClean="0">
                <a:latin typeface="Arial" pitchFamily="34" charset="0"/>
                <a:ea typeface="Verdana" pitchFamily="34" charset="0"/>
                <a:cs typeface="Arial" pitchFamily="34" charset="0"/>
                <a:hlinkClick r:id="rId3"/>
              </a:rPr>
              <a:t>cott@vrbmarketing.com</a:t>
            </a:r>
            <a:endParaRPr lang="en-US" sz="2000" dirty="0" smtClean="0"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>
              <a:buNone/>
            </a:pPr>
            <a:endParaRPr lang="en-US" sz="4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None/>
            </a:pPr>
            <a:endParaRPr lang="en-US" sz="4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160</TotalTime>
  <Words>188</Words>
  <Application>Microsoft Office PowerPoint</Application>
  <PresentationFormat>On-screen Show (4:3)</PresentationFormat>
  <Paragraphs>40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Module</vt:lpstr>
      <vt:lpstr>Slide 1</vt:lpstr>
      <vt:lpstr>Slide 2</vt:lpstr>
      <vt:lpstr>Top Domains - Inspin Newsletters </vt:lpstr>
      <vt:lpstr>Message metrics - Inspin Newsletters </vt:lpstr>
      <vt:lpstr>Clicks - Inspin Newsletters </vt:lpstr>
      <vt:lpstr>December newsletter stats - Inspin  </vt:lpstr>
      <vt:lpstr>List growth - Inspin  </vt:lpstr>
      <vt:lpstr>Welcome mailer - Inspin  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sthompson</dc:creator>
  <cp:lastModifiedBy>sthompson</cp:lastModifiedBy>
  <cp:revision>19</cp:revision>
  <dcterms:created xsi:type="dcterms:W3CDTF">2012-01-03T17:12:50Z</dcterms:created>
  <dcterms:modified xsi:type="dcterms:W3CDTF">2012-01-03T19:53:40Z</dcterms:modified>
</cp:coreProperties>
</file>