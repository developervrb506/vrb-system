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1" r:id="rId4"/>
    <p:sldId id="265" r:id="rId5"/>
    <p:sldId id="268" r:id="rId6"/>
    <p:sldId id="262" r:id="rId7"/>
    <p:sldId id="263" r:id="rId8"/>
    <p:sldId id="269" r:id="rId9"/>
    <p:sldId id="260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75" d="100"/>
          <a:sy n="75" d="100"/>
        </p:scale>
        <p:origin x="-101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6678C-D897-40EE-8D8E-459BC4D086BD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FE9EE-F0BD-4276-8C38-73128F8A299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FE9EE-F0BD-4276-8C38-73128F8A299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F388327-AB48-43B0-AACD-0AFD67717E41}" type="datetimeFigureOut">
              <a:rPr lang="en-US" smtClean="0"/>
              <a:pPr/>
              <a:t>4/23/2012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0CF67A02-D107-43B3-8DCA-A2CB2ABEE4F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scott@vrbmarketing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676400"/>
            <a:ext cx="5867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905000"/>
            <a:ext cx="457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March Email review</a:t>
            </a:r>
          </a:p>
          <a:p>
            <a:pPr>
              <a:buFont typeface="Arial"/>
              <a:buChar char="•"/>
            </a:pPr>
            <a:r>
              <a:rPr lang="en-US" dirty="0" smtClean="0"/>
              <a:t> Email 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914400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Content: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111" dirty="0" smtClean="0"/>
              <a:t>Message metrics - Inspin Newsletters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457200" y="5657671"/>
            <a:ext cx="14768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Click </a:t>
            </a:r>
            <a:r>
              <a:rPr lang="en-US" dirty="0" smtClean="0"/>
              <a:t>and </a:t>
            </a:r>
            <a:r>
              <a:rPr lang="en-US" dirty="0" smtClean="0"/>
              <a:t>open rate remain very steady. </a:t>
            </a:r>
            <a:r>
              <a:rPr lang="en-US" dirty="0" smtClean="0"/>
              <a:t>Will </a:t>
            </a:r>
            <a:r>
              <a:rPr lang="en-US" dirty="0" smtClean="0"/>
              <a:t>continue </a:t>
            </a:r>
            <a:r>
              <a:rPr lang="en-US" dirty="0" smtClean="0"/>
              <a:t>further subject </a:t>
            </a:r>
          </a:p>
          <a:p>
            <a:r>
              <a:rPr lang="en-US" dirty="0" smtClean="0"/>
              <a:t>line testing and CTAs.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471613"/>
            <a:ext cx="9144000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Contact</a:t>
            </a:r>
            <a:r>
              <a:rPr lang="en-US" sz="3200" dirty="0" smtClean="0"/>
              <a:t> </a:t>
            </a:r>
            <a:r>
              <a:rPr lang="en-US" sz="3200" dirty="0" smtClean="0"/>
              <a:t>growth </a:t>
            </a:r>
            <a:r>
              <a:rPr lang="en-US" sz="3111" dirty="0" smtClean="0"/>
              <a:t>- 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4876800"/>
            <a:ext cx="650774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1600" dirty="0" smtClean="0"/>
              <a:t>Contact growth is now flat-lining. I think once we put our focus back on Inspin we will start seeing numbers rising north again. </a:t>
            </a:r>
            <a:endParaRPr lang="en-US" sz="1600" dirty="0" smtClean="0"/>
          </a:p>
          <a:p>
            <a:pPr>
              <a:buFont typeface="Arial"/>
              <a:buChar char="•"/>
            </a:pPr>
            <a:endParaRPr lang="en-US" sz="1600" dirty="0" smtClean="0"/>
          </a:p>
          <a:p>
            <a:pPr>
              <a:buFont typeface="Arial"/>
              <a:buChar char="•"/>
            </a:pPr>
            <a:r>
              <a:rPr lang="en-US" sz="1600" dirty="0" smtClean="0"/>
              <a:t>These </a:t>
            </a:r>
            <a:r>
              <a:rPr lang="en-US" sz="1600" dirty="0" smtClean="0"/>
              <a:t>contacts are added to the DB when registering on Inspin and been directly added to Bronto.</a:t>
            </a:r>
          </a:p>
          <a:p>
            <a:pPr>
              <a:buFont typeface="Arial"/>
              <a:buChar char="•"/>
            </a:pPr>
            <a:endParaRPr lang="en-US" sz="1600" dirty="0" smtClean="0"/>
          </a:p>
          <a:p>
            <a:pPr>
              <a:buFont typeface="Arial"/>
              <a:buChar char="•"/>
            </a:pPr>
            <a:r>
              <a:rPr lang="en-US" sz="1600" dirty="0" smtClean="0"/>
              <a:t>All new contacts are double opt-in  and will not be activated in Bronto until they validate their email address.</a:t>
            </a:r>
          </a:p>
          <a:p>
            <a:endParaRPr lang="en-US" sz="1600" dirty="0" smtClean="0"/>
          </a:p>
          <a:p>
            <a:pPr>
              <a:buFont typeface="Arial"/>
              <a:buChar char="•"/>
            </a:pPr>
            <a:endParaRPr lang="en-US" sz="20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1066800"/>
            <a:ext cx="9144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Deliverability and performance </a:t>
            </a:r>
            <a:r>
              <a:rPr lang="en-US" sz="3111" dirty="0" smtClean="0"/>
              <a:t>- 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5549905"/>
            <a:ext cx="6507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 smtClean="0"/>
          </a:p>
          <a:p>
            <a:pPr>
              <a:buFont typeface="Arial"/>
              <a:buChar char="•"/>
            </a:pPr>
            <a:endParaRPr lang="en-US" sz="20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38201" y="5562600"/>
            <a:ext cx="5105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Email volume </a:t>
            </a:r>
            <a:r>
              <a:rPr lang="en-US" dirty="0" smtClean="0"/>
              <a:t>dropped in March due to SBO focus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Our </a:t>
            </a:r>
            <a:r>
              <a:rPr lang="en-US" dirty="0" smtClean="0"/>
              <a:t>sender rating is excellent</a:t>
            </a:r>
            <a:endParaRPr lang="en-US" dirty="0" smtClean="0"/>
          </a:p>
          <a:p>
            <a:r>
              <a:rPr lang="en-US" dirty="0" smtClean="0"/>
              <a:t>Open rates on average are above industry standards. 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1557338"/>
            <a:ext cx="7848600" cy="3929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Contact metrics </a:t>
            </a:r>
            <a:r>
              <a:rPr lang="en-US" sz="3111" dirty="0" smtClean="0"/>
              <a:t>- Inspin Newsletters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4572000"/>
            <a:ext cx="571500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dirty="0" smtClean="0"/>
              <a:t>Hyperlinks  are  out-performing video image. Need to make sure </a:t>
            </a:r>
            <a:r>
              <a:rPr lang="en-US" u="sng" dirty="0" smtClean="0"/>
              <a:t>hyperlinks</a:t>
            </a:r>
            <a:r>
              <a:rPr lang="en-US" dirty="0" smtClean="0"/>
              <a:t> are added to all newsletters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We </a:t>
            </a:r>
            <a:r>
              <a:rPr lang="en-US" dirty="0" smtClean="0"/>
              <a:t>continue to see consistent </a:t>
            </a:r>
            <a:r>
              <a:rPr lang="en-US" dirty="0" smtClean="0"/>
              <a:t>results. I am trying to improve open &amp; clicks rates by using a variety of subject lines, hyperlinks, images.  </a:t>
            </a:r>
          </a:p>
          <a:p>
            <a:endParaRPr lang="en-US" sz="2000" dirty="0" smtClean="0"/>
          </a:p>
          <a:p>
            <a:r>
              <a:rPr lang="en-US" sz="2000" dirty="0" smtClean="0"/>
              <a:t>   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414463"/>
            <a:ext cx="899160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March newsletter stats </a:t>
            </a:r>
            <a:r>
              <a:rPr lang="en-US" sz="3111" dirty="0" smtClean="0"/>
              <a:t>- 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57201" y="55626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/>
              <a:t>We have a much better average open rate and are slightly over industry standards. Improvements can be made with targeted campaigns and continuing list hygiene exercises.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371600"/>
            <a:ext cx="914400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Automated mailers over time </a:t>
            </a:r>
            <a:r>
              <a:rPr lang="en-US" sz="3111" dirty="0" smtClean="0"/>
              <a:t>- </a:t>
            </a:r>
            <a:r>
              <a:rPr lang="en-US" sz="3111" dirty="0" smtClean="0"/>
              <a:t>Inspin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57201" y="55626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Open rates are excellent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Delivery rate is now much higher after  I tightened up the opt-in process.</a:t>
            </a: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2438401"/>
            <a:ext cx="6781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62000" y="1752600"/>
            <a:ext cx="1788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Welcome mailer: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4038600"/>
            <a:ext cx="871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 day and 12 day conversion emails are averaging </a:t>
            </a:r>
            <a:r>
              <a:rPr lang="en-US" b="1" dirty="0" smtClean="0"/>
              <a:t>37%-40% </a:t>
            </a:r>
            <a:r>
              <a:rPr lang="en-US" dirty="0" smtClean="0"/>
              <a:t>open rate, which is very good.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83201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111" dirty="0" smtClean="0"/>
              <a:t>Top Domains - Inspin Newsletters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199" y="5549905"/>
            <a:ext cx="6507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 smtClean="0"/>
              <a:t> Yahoo, Hotmail &amp; Gmail continue to be our principal domains.</a:t>
            </a:r>
          </a:p>
          <a:p>
            <a:pPr>
              <a:buFont typeface="Arial"/>
              <a:buChar char="•"/>
            </a:pPr>
            <a:endParaRPr lang="en-US" sz="20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1" y="1981200"/>
            <a:ext cx="434339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774825"/>
            <a:ext cx="8229600" cy="4625975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GB" dirty="0" smtClean="0">
                <a:latin typeface="Arial" pitchFamily="34" charset="0"/>
                <a:ea typeface="MS Mincho" pitchFamily="49" charset="-128"/>
                <a:cs typeface="Arial" pitchFamily="34" charset="0"/>
              </a:rPr>
              <a:t>Thank You</a:t>
            </a:r>
            <a:endParaRPr lang="en-US" dirty="0" smtClean="0">
              <a:latin typeface="Arial" pitchFamily="34" charset="0"/>
              <a:ea typeface="MS Mincho" pitchFamily="49" charset="-128"/>
              <a:cs typeface="Arial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ea typeface="MS Mincho" pitchFamily="49" charset="-128"/>
                <a:cs typeface="Arial" pitchFamily="34" charset="0"/>
              </a:rPr>
              <a:t>Scott Thompson</a:t>
            </a:r>
          </a:p>
          <a:p>
            <a:pPr>
              <a:buNone/>
            </a:pPr>
            <a:endParaRPr lang="en-US" sz="4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Arial" pitchFamily="34" charset="0"/>
                <a:ea typeface="Verdana" pitchFamily="34" charset="0"/>
                <a:cs typeface="Arial" pitchFamily="34" charset="0"/>
                <a:hlinkClick r:id="rId3"/>
              </a:rPr>
              <a:t>scott@vrbmarketing.com</a:t>
            </a:r>
            <a:endParaRPr lang="en-US" sz="2000" dirty="0" smtClean="0">
              <a:latin typeface="Arial" pitchFamily="34" charset="0"/>
              <a:ea typeface="Verdana" pitchFamily="34" charset="0"/>
              <a:cs typeface="Arial" pitchFamily="34" charset="0"/>
            </a:endParaRPr>
          </a:p>
          <a:p>
            <a:pPr>
              <a:buNone/>
            </a:pPr>
            <a:endParaRPr lang="en-US" sz="4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None/>
            </a:pPr>
            <a:endParaRPr lang="en-US" sz="48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638800"/>
            <a:ext cx="1905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1681</TotalTime>
  <Words>293</Words>
  <Application>Microsoft Office PowerPoint</Application>
  <PresentationFormat>On-screen Show (4:3)</PresentationFormat>
  <Paragraphs>44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Module</vt:lpstr>
      <vt:lpstr>Slide 1</vt:lpstr>
      <vt:lpstr>Slide 2</vt:lpstr>
      <vt:lpstr>Message metrics - Inspin Newsletters </vt:lpstr>
      <vt:lpstr>Contact growth - Inspin  </vt:lpstr>
      <vt:lpstr>Deliverability and performance - Inspin  </vt:lpstr>
      <vt:lpstr>Contact metrics - Inspin Newsletters </vt:lpstr>
      <vt:lpstr>March newsletter stats - Inspin  </vt:lpstr>
      <vt:lpstr>Automated mailers over time - Inspin  </vt:lpstr>
      <vt:lpstr>Top Domains - Inspin Newsletters 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sthompson</dc:creator>
  <cp:lastModifiedBy>scott</cp:lastModifiedBy>
  <cp:revision>103</cp:revision>
  <dcterms:created xsi:type="dcterms:W3CDTF">2012-01-03T17:12:50Z</dcterms:created>
  <dcterms:modified xsi:type="dcterms:W3CDTF">2012-04-23T16:18:31Z</dcterms:modified>
</cp:coreProperties>
</file>